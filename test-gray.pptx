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png" ContentType="image/png"/>
  <Override PartName="/ppt/media/image-1-2.png" ContentType="image/p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Noto Sans SC" pitchFamily="34" charset="0"/>
      <p:regular r:id="rId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8"/>
          </a:solidFill>
          <a:ln/>
          <a:effectLst>
            <a:glow rad="147320">
              <a:srgbClr val="000000">
                <a:alpha val="10000"/>
              </a:srgbClr>
            </a:glo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3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00750" y="-1357312"/>
            <a:ext cx="4143375" cy="4143375"/>
          </a:xfrm>
          <a:prstGeom prst="ellipse">
            <a:avLst/>
          </a:prstGeom>
          <a:solidFill>
            <a:srgbClr val="DCE8E0">
              <a:alpha val="60000"/>
            </a:srgbClr>
          </a:solidFill>
          <a:ln/>
          <a:effectLst>
            <a:outerShdw blurRad="294640" dist="88392" dir="16200000" algn="ctr" rotWithShape="0">
              <a:srgbClr val="DCE8E0">
                <a:alpha val="60000"/>
              </a:srgbClr>
            </a:outerShdw>
            <a:softEdge rad="633476"/>
          </a:effectLst>
        </p:spPr>
      </p:sp>
      <p:sp>
        <p:nvSpPr>
          <p:cNvPr id="6" name="Shape 3"/>
          <p:cNvSpPr/>
          <p:nvPr/>
        </p:nvSpPr>
        <p:spPr>
          <a:xfrm>
            <a:off x="-1000125" y="2714625"/>
            <a:ext cx="3429000" cy="3429000"/>
          </a:xfrm>
          <a:prstGeom prst="ellipse">
            <a:avLst/>
          </a:prstGeom>
          <a:solidFill>
            <a:srgbClr val="A3CFB1">
              <a:alpha val="40000"/>
            </a:srgbClr>
          </a:solidFill>
          <a:ln/>
          <a:effectLst>
            <a:outerShdw blurRad="294640" dist="88392" dir="16200000" algn="ctr" rotWithShape="0">
              <a:srgbClr val="A3CFB1">
                <a:alpha val="40000"/>
              </a:srgbClr>
            </a:outerShdw>
            <a:softEdge rad="633476"/>
          </a:effectLst>
        </p:spPr>
      </p:sp>
      <p:sp>
        <p:nvSpPr>
          <p:cNvPr id="7" name="Shape 4"/>
          <p:cNvSpPr/>
          <p:nvPr/>
        </p:nvSpPr>
        <p:spPr>
          <a:xfrm>
            <a:off x="1400175" y="600075"/>
            <a:ext cx="2286000" cy="2286000"/>
          </a:xfrm>
          <a:prstGeom prst="roundRect">
            <a:avLst>
              <a:gd name="adj" fmla="val 31250"/>
            </a:avLst>
          </a:prstGeom>
          <a:solidFill>
            <a:srgbClr val="8BC3DA">
              <a:alpha val="20000"/>
            </a:srgbClr>
          </a:solidFill>
          <a:ln/>
          <a:effectLst>
            <a:outerShdw blurRad="441960" dist="132588" dir="16200000" algn="ctr" rotWithShape="0">
              <a:srgbClr val="8BC3DA">
                <a:alpha val="20000"/>
              </a:srgbClr>
            </a:outerShdw>
            <a:softEdge rad="950214"/>
          </a:effectLst>
        </p:spPr>
      </p:sp>
      <p:sp>
        <p:nvSpPr>
          <p:cNvPr id="8" name="Text 5"/>
          <p:cNvSpPr/>
          <p:nvPr/>
        </p:nvSpPr>
        <p:spPr>
          <a:xfrm>
            <a:off x="1107281" y="1258751"/>
            <a:ext cx="3349749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spc="313" kern="0" dirty="0">
                <a:solidFill>
                  <a:srgbClr val="5B986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ANNUAL PODCAST NOMINATIONS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14375" y="1380195"/>
            <a:ext cx="285750" cy="7144"/>
          </a:xfrm>
          <a:prstGeom prst="rect">
            <a:avLst/>
          </a:prstGeom>
          <a:solidFill>
            <a:srgbClr val="5B9862"/>
          </a:solidFill>
          <a:ln/>
        </p:spPr>
      </p:sp>
      <p:sp>
        <p:nvSpPr>
          <p:cNvPr id="10" name="Text 7"/>
          <p:cNvSpPr/>
          <p:nvPr/>
        </p:nvSpPr>
        <p:spPr>
          <a:xfrm>
            <a:off x="714375" y="1651657"/>
            <a:ext cx="5943600" cy="754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125"/>
              </a:lnSpc>
              <a:buNone/>
            </a:pPr>
            <a:r>
              <a:rPr lang="zh-CN" sz="5100" spc="157" kern="0" dirty="0" altLang="en-US">
                <a:solidFill>
                  <a:srgbClr val="1533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之道耐听</a:t>
            </a:r>
            <a:endParaRPr lang="en-US" sz="5100" dirty="0"/>
          </a:p>
        </p:txBody>
      </p:sp>
      <p:sp>
        <p:nvSpPr>
          <p:cNvPr id="11" name="Text 8"/>
          <p:cNvSpPr/>
          <p:nvPr/>
        </p:nvSpPr>
        <p:spPr>
          <a:xfrm>
            <a:off x="714375" y="2548868"/>
            <a:ext cx="594360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sz="1700" dirty="0" altLang="en-US">
                <a:solidFill>
                  <a:srgbClr val="2A5043">
                    <a:alpha val="8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探寻声音的Grow纹理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14375" y="3306105"/>
            <a:ext cx="85725" cy="85725"/>
          </a:xfrm>
          <a:prstGeom prst="ellipse">
            <a:avLst/>
          </a:prstGeom>
          <a:solidFill>
            <a:srgbClr val="757065"/>
          </a:solidFill>
          <a:ln/>
        </p:spPr>
      </p:sp>
      <p:sp>
        <p:nvSpPr>
          <p:cNvPr id="13" name="Text 10"/>
          <p:cNvSpPr/>
          <p:nvPr/>
        </p:nvSpPr>
        <p:spPr>
          <a:xfrm>
            <a:off x="714375" y="3463268"/>
            <a:ext cx="43353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b="1" spc="78" kern="0" dirty="0" altLang="zh-CN">
                <a:solidFill>
                  <a:srgbClr val="75706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14375" y="3741874"/>
            <a:ext cx="43353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5706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Grayscale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1433661" y="3306105"/>
            <a:ext cx="85725" cy="85725"/>
          </a:xfrm>
          <a:prstGeom prst="ellipse">
            <a:avLst/>
          </a:prstGeom>
          <a:solidFill>
            <a:srgbClr val="3E7548"/>
          </a:solidFill>
          <a:ln/>
        </p:spPr>
      </p:sp>
      <p:sp>
        <p:nvSpPr>
          <p:cNvPr id="16" name="Text 13"/>
          <p:cNvSpPr/>
          <p:nvPr/>
        </p:nvSpPr>
        <p:spPr>
          <a:xfrm>
            <a:off x="1433661" y="3463268"/>
            <a:ext cx="3000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b="1" spc="78" kern="0" dirty="0" altLang="zh-CN">
                <a:solidFill>
                  <a:srgbClr val="3E75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Rule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433661" y="3741874"/>
            <a:ext cx="3000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5706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Rules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2019449" y="3306105"/>
            <a:ext cx="85725" cy="85725"/>
          </a:xfrm>
          <a:prstGeom prst="ellipse">
            <a:avLst/>
          </a:prstGeom>
          <a:solidFill>
            <a:srgbClr val="E6B758"/>
          </a:solidFill>
          <a:ln/>
        </p:spPr>
      </p:sp>
      <p:sp>
        <p:nvSpPr>
          <p:cNvPr id="19" name="Text 16"/>
          <p:cNvSpPr/>
          <p:nvPr/>
        </p:nvSpPr>
        <p:spPr>
          <a:xfrm>
            <a:off x="2019449" y="3463268"/>
            <a:ext cx="5794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b="1" spc="78" kern="0" dirty="0">
                <a:solidFill>
                  <a:srgbClr val="E6B7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温度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019449" y="3741874"/>
            <a:ext cx="5794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5706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Temperature</a:t>
            </a:r>
            <a:endParaRPr lang="en-US" sz="7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785813"/>
            <a:ext cx="2857500" cy="357187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543130" y="4807744"/>
            <a:ext cx="131512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600" spc="78" kern="0" dirty="0" altLang="zh-CN">
                <a:solidFill>
                  <a:srgbClr val="75706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2024 | LISTENING AWARDS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2026-03-30T03:08:21Z</dcterms:created>
  <dcterms:modified xsi:type="dcterms:W3CDTF">2026-03-30T03:08:21Z</dcterms:modified>
</cp:coreProperties>
</file>